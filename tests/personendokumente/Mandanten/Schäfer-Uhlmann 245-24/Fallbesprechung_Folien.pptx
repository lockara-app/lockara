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Fallbesprechung 245/24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Mandantin K. Schäfer-Uhlmann</a:t>
            </a:r>
          </a:p>
          <a:p>
            <a:r>
              <a:t>Baumängel Keller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Klage eingereicht am 19.07.2024</a:t>
            </a:r>
          </a:p>
          <a:p>
            <a:r>
              <a:t>Az. 12 O 245/24</a:t>
            </a:r>
          </a:p>
          <a:p>
            <a:r>
              <a:t>Termin 16.10.2024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Abnahme ohne Vorbehalt?</a:t>
            </a:r>
          </a:p>
          <a:p>
            <a:r>
              <a:t>Verjährung unproblematisch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Fallbesprechung</dc:title>
  <dc:subject>Frei erfundenes Testdokument fuer Lockara</dc:subject>
  <dc:creator>anonymous</dc:creator>
  <cp:keywords/>
  <dc:description>generated using python-pptx</dc:description>
  <cp:lastModifiedBy>anonymous</cp:lastModifiedBy>
  <cp:revision>1</cp:revision>
  <dcterms:created xsi:type="dcterms:W3CDTF">2024-09-01T12:00:00Z</dcterms:created>
  <dcterms:modified xsi:type="dcterms:W3CDTF">2024-09-01T12:00:00Z</dcterms:modified>
  <cp:category/>
</cp:coreProperties>
</file>