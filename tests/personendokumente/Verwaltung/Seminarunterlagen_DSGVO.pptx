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Datenschutz in der Kanzlei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Grundlagen für Mitarbeitende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Beispiel Auskunftsersuchen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 Mustermann verlangt Auskunft nach Art. 15 DSGVO</a:t>
            </a:r>
          </a:p>
          <a:p>
            <a:r>
              <a:t>Frist: ein Monat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Löschkonzept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Aufbewahrungsfristen beachten (§ 50 BRAO: 6 Jahre)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</dc:title>
  <dc:subject>Frei erfundenes Testdokument fuer Lockara</dc:subject>
  <dc:creator>anonymous</dc:creator>
  <cp:keywords/>
  <dc:description>generated using python-pptx</dc:description>
  <cp:lastModifiedBy>anonymous</cp:lastModifiedBy>
  <cp:revision>1</cp:revision>
  <dcterms:created xsi:type="dcterms:W3CDTF">2024-09-01T12:00:00Z</dcterms:created>
  <dcterms:modified xsi:type="dcterms:W3CDTF">2024-09-01T12:00:00Z</dcterms:modified>
  <cp:category/>
</cp:coreProperties>
</file>